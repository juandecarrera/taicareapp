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328B4E-8CCF-4C28-AD25-B5B3E1B617F5}" v="18" dt="2025-11-04T19:49:37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7" d="100"/>
          <a:sy n="77" d="100"/>
        </p:scale>
        <p:origin x="129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DE DIOS CARRERA ZAZO" userId="4f4f510e-143b-427a-905b-fc7e2c64db82" providerId="ADAL" clId="{70379D30-81EC-4F29-B198-42C8DD51CD9D}"/>
    <pc:docChg chg="undo custSel addSld modSld">
      <pc:chgData name="JUAN DE DIOS CARRERA ZAZO" userId="4f4f510e-143b-427a-905b-fc7e2c64db82" providerId="ADAL" clId="{70379D30-81EC-4F29-B198-42C8DD51CD9D}" dt="2025-11-04T19:49:53.681" v="256" actId="208"/>
      <pc:docMkLst>
        <pc:docMk/>
      </pc:docMkLst>
      <pc:sldChg chg="addSp delSp modSp mod">
        <pc:chgData name="JUAN DE DIOS CARRERA ZAZO" userId="4f4f510e-143b-427a-905b-fc7e2c64db82" providerId="ADAL" clId="{70379D30-81EC-4F29-B198-42C8DD51CD9D}" dt="2025-11-04T19:15:07.297" v="82" actId="20577"/>
        <pc:sldMkLst>
          <pc:docMk/>
          <pc:sldMk cId="1173106468" sldId="257"/>
        </pc:sldMkLst>
        <pc:spChg chg="del">
          <ac:chgData name="JUAN DE DIOS CARRERA ZAZO" userId="4f4f510e-143b-427a-905b-fc7e2c64db82" providerId="ADAL" clId="{70379D30-81EC-4F29-B198-42C8DD51CD9D}" dt="2025-11-04T18:59:29.989" v="0" actId="22"/>
          <ac:spMkLst>
            <pc:docMk/>
            <pc:sldMk cId="1173106468" sldId="257"/>
            <ac:spMk id="3" creationId="{7A2F8E2F-EBC9-D6E4-706B-4DB914E10B39}"/>
          </ac:spMkLst>
        </pc:spChg>
        <pc:spChg chg="add del mod">
          <ac:chgData name="JUAN DE DIOS CARRERA ZAZO" userId="4f4f510e-143b-427a-905b-fc7e2c64db82" providerId="ADAL" clId="{70379D30-81EC-4F29-B198-42C8DD51CD9D}" dt="2025-11-04T19:02:30.288" v="24" actId="478"/>
          <ac:spMkLst>
            <pc:docMk/>
            <pc:sldMk cId="1173106468" sldId="257"/>
            <ac:spMk id="6" creationId="{30A0C55B-41F3-B343-B37A-41516BEED4C9}"/>
          </ac:spMkLst>
        </pc:spChg>
        <pc:spChg chg="add mod">
          <ac:chgData name="JUAN DE DIOS CARRERA ZAZO" userId="4f4f510e-143b-427a-905b-fc7e2c64db82" providerId="ADAL" clId="{70379D30-81EC-4F29-B198-42C8DD51CD9D}" dt="2025-11-04T19:01:36.656" v="11" actId="14100"/>
          <ac:spMkLst>
            <pc:docMk/>
            <pc:sldMk cId="1173106468" sldId="257"/>
            <ac:spMk id="7" creationId="{5613510C-D11D-59D5-88D2-4082F200FF9F}"/>
          </ac:spMkLst>
        </pc:spChg>
        <pc:spChg chg="add mod">
          <ac:chgData name="JUAN DE DIOS CARRERA ZAZO" userId="4f4f510e-143b-427a-905b-fc7e2c64db82" providerId="ADAL" clId="{70379D30-81EC-4F29-B198-42C8DD51CD9D}" dt="2025-11-04T19:02:39.420" v="27" actId="1076"/>
          <ac:spMkLst>
            <pc:docMk/>
            <pc:sldMk cId="1173106468" sldId="257"/>
            <ac:spMk id="11" creationId="{2F0578ED-397C-7385-8027-81AA78F2CEDB}"/>
          </ac:spMkLst>
        </pc:spChg>
        <pc:spChg chg="add mod">
          <ac:chgData name="JUAN DE DIOS CARRERA ZAZO" userId="4f4f510e-143b-427a-905b-fc7e2c64db82" providerId="ADAL" clId="{70379D30-81EC-4F29-B198-42C8DD51CD9D}" dt="2025-11-04T19:04:12.490" v="47" actId="20577"/>
          <ac:spMkLst>
            <pc:docMk/>
            <pc:sldMk cId="1173106468" sldId="257"/>
            <ac:spMk id="13" creationId="{2A8A82B3-9F94-2765-EDAA-30DC36A4DB90}"/>
          </ac:spMkLst>
        </pc:spChg>
        <pc:spChg chg="add mod">
          <ac:chgData name="JUAN DE DIOS CARRERA ZAZO" userId="4f4f510e-143b-427a-905b-fc7e2c64db82" providerId="ADAL" clId="{70379D30-81EC-4F29-B198-42C8DD51CD9D}" dt="2025-11-04T19:08:09.965" v="66" actId="20577"/>
          <ac:spMkLst>
            <pc:docMk/>
            <pc:sldMk cId="1173106468" sldId="257"/>
            <ac:spMk id="18" creationId="{DDC8BBB3-0553-7CC3-261C-3B843C8EDF71}"/>
          </ac:spMkLst>
        </pc:spChg>
        <pc:spChg chg="add mod">
          <ac:chgData name="JUAN DE DIOS CARRERA ZAZO" userId="4f4f510e-143b-427a-905b-fc7e2c64db82" providerId="ADAL" clId="{70379D30-81EC-4F29-B198-42C8DD51CD9D}" dt="2025-11-04T19:15:07.297" v="82" actId="20577"/>
          <ac:spMkLst>
            <pc:docMk/>
            <pc:sldMk cId="1173106468" sldId="257"/>
            <ac:spMk id="19" creationId="{C3FB6979-6583-3660-5D2B-C76FB8F05206}"/>
          </ac:spMkLst>
        </pc:spChg>
        <pc:picChg chg="add mod ord">
          <ac:chgData name="JUAN DE DIOS CARRERA ZAZO" userId="4f4f510e-143b-427a-905b-fc7e2c64db82" providerId="ADAL" clId="{70379D30-81EC-4F29-B198-42C8DD51CD9D}" dt="2025-11-04T18:59:36.040" v="2" actId="1076"/>
          <ac:picMkLst>
            <pc:docMk/>
            <pc:sldMk cId="1173106468" sldId="257"/>
            <ac:picMk id="5" creationId="{CCE2401E-2C77-5023-6016-D365B28E03F8}"/>
          </ac:picMkLst>
        </pc:picChg>
        <pc:cxnChg chg="add mod">
          <ac:chgData name="JUAN DE DIOS CARRERA ZAZO" userId="4f4f510e-143b-427a-905b-fc7e2c64db82" providerId="ADAL" clId="{70379D30-81EC-4F29-B198-42C8DD51CD9D}" dt="2025-11-04T19:02:35.873" v="26" actId="14100"/>
          <ac:cxnSpMkLst>
            <pc:docMk/>
            <pc:sldMk cId="1173106468" sldId="257"/>
            <ac:cxnSpMk id="9" creationId="{B694792A-487A-385C-9ED4-840512BADB27}"/>
          </ac:cxnSpMkLst>
        </pc:cxnChg>
        <pc:cxnChg chg="add mod">
          <ac:chgData name="JUAN DE DIOS CARRERA ZAZO" userId="4f4f510e-143b-427a-905b-fc7e2c64db82" providerId="ADAL" clId="{70379D30-81EC-4F29-B198-42C8DD51CD9D}" dt="2025-11-04T19:02:03.809" v="15" actId="1076"/>
          <ac:cxnSpMkLst>
            <pc:docMk/>
            <pc:sldMk cId="1173106468" sldId="257"/>
            <ac:cxnSpMk id="10" creationId="{EA712096-B2C9-AE51-2368-F57BF2B75FE0}"/>
          </ac:cxnSpMkLst>
        </pc:cxnChg>
        <pc:cxnChg chg="add del mod">
          <ac:chgData name="JUAN DE DIOS CARRERA ZAZO" userId="4f4f510e-143b-427a-905b-fc7e2c64db82" providerId="ADAL" clId="{70379D30-81EC-4F29-B198-42C8DD51CD9D}" dt="2025-11-04T19:07:31.967" v="49" actId="21"/>
          <ac:cxnSpMkLst>
            <pc:docMk/>
            <pc:sldMk cId="1173106468" sldId="257"/>
            <ac:cxnSpMk id="14" creationId="{0ED3E1F6-7C19-FFF0-D879-F3A3934D018F}"/>
          </ac:cxnSpMkLst>
        </pc:cxnChg>
        <pc:cxnChg chg="add mod">
          <ac:chgData name="JUAN DE DIOS CARRERA ZAZO" userId="4f4f510e-143b-427a-905b-fc7e2c64db82" providerId="ADAL" clId="{70379D30-81EC-4F29-B198-42C8DD51CD9D}" dt="2025-11-04T19:07:41.372" v="53" actId="1076"/>
          <ac:cxnSpMkLst>
            <pc:docMk/>
            <pc:sldMk cId="1173106468" sldId="257"/>
            <ac:cxnSpMk id="15" creationId="{0ED3E1F6-7C19-FFF0-D879-F3A3934D018F}"/>
          </ac:cxnSpMkLst>
        </pc:cxnChg>
        <pc:cxnChg chg="add mod">
          <ac:chgData name="JUAN DE DIOS CARRERA ZAZO" userId="4f4f510e-143b-427a-905b-fc7e2c64db82" providerId="ADAL" clId="{70379D30-81EC-4F29-B198-42C8DD51CD9D}" dt="2025-11-04T19:07:44.947" v="54" actId="1076"/>
          <ac:cxnSpMkLst>
            <pc:docMk/>
            <pc:sldMk cId="1173106468" sldId="257"/>
            <ac:cxnSpMk id="16" creationId="{680DC26E-CB2D-BEE1-1113-62CD98C3B958}"/>
          </ac:cxnSpMkLst>
        </pc:cxnChg>
        <pc:cxnChg chg="add del mod">
          <ac:chgData name="JUAN DE DIOS CARRERA ZAZO" userId="4f4f510e-143b-427a-905b-fc7e2c64db82" providerId="ADAL" clId="{70379D30-81EC-4F29-B198-42C8DD51CD9D}" dt="2025-11-04T19:07:50.634" v="56" actId="21"/>
          <ac:cxnSpMkLst>
            <pc:docMk/>
            <pc:sldMk cId="1173106468" sldId="257"/>
            <ac:cxnSpMk id="17" creationId="{58ACE6A6-5634-5775-51D3-8CCC301C2033}"/>
          </ac:cxnSpMkLst>
        </pc:cxnChg>
      </pc:sldChg>
      <pc:sldChg chg="addSp delSp modSp new mod">
        <pc:chgData name="JUAN DE DIOS CARRERA ZAZO" userId="4f4f510e-143b-427a-905b-fc7e2c64db82" providerId="ADAL" clId="{70379D30-81EC-4F29-B198-42C8DD51CD9D}" dt="2025-11-04T19:44:26.915" v="234" actId="14100"/>
        <pc:sldMkLst>
          <pc:docMk/>
          <pc:sldMk cId="3187520656" sldId="258"/>
        </pc:sldMkLst>
        <pc:spChg chg="mod">
          <ac:chgData name="JUAN DE DIOS CARRERA ZAZO" userId="4f4f510e-143b-427a-905b-fc7e2c64db82" providerId="ADAL" clId="{70379D30-81EC-4F29-B198-42C8DD51CD9D}" dt="2025-11-04T19:15:47.297" v="91" actId="20577"/>
          <ac:spMkLst>
            <pc:docMk/>
            <pc:sldMk cId="3187520656" sldId="258"/>
            <ac:spMk id="2" creationId="{1C1501B5-8104-C08D-8F8D-C4B0F0928577}"/>
          </ac:spMkLst>
        </pc:spChg>
        <pc:spChg chg="del">
          <ac:chgData name="JUAN DE DIOS CARRERA ZAZO" userId="4f4f510e-143b-427a-905b-fc7e2c64db82" providerId="ADAL" clId="{70379D30-81EC-4F29-B198-42C8DD51CD9D}" dt="2025-11-04T19:33:27.326" v="92" actId="22"/>
          <ac:spMkLst>
            <pc:docMk/>
            <pc:sldMk cId="3187520656" sldId="258"/>
            <ac:spMk id="3" creationId="{BE815AF4-A846-79D9-ECDE-0615A3F3625D}"/>
          </ac:spMkLst>
        </pc:spChg>
        <pc:spChg chg="add mod">
          <ac:chgData name="JUAN DE DIOS CARRERA ZAZO" userId="4f4f510e-143b-427a-905b-fc7e2c64db82" providerId="ADAL" clId="{70379D30-81EC-4F29-B198-42C8DD51CD9D}" dt="2025-11-04T19:41:22.267" v="191" actId="1076"/>
          <ac:spMkLst>
            <pc:docMk/>
            <pc:sldMk cId="3187520656" sldId="258"/>
            <ac:spMk id="6" creationId="{C74E1911-CAA2-7855-C14D-35E4CFE34F92}"/>
          </ac:spMkLst>
        </pc:spChg>
        <pc:spChg chg="add mod">
          <ac:chgData name="JUAN DE DIOS CARRERA ZAZO" userId="4f4f510e-143b-427a-905b-fc7e2c64db82" providerId="ADAL" clId="{70379D30-81EC-4F29-B198-42C8DD51CD9D}" dt="2025-11-04T19:44:22.894" v="233" actId="14100"/>
          <ac:spMkLst>
            <pc:docMk/>
            <pc:sldMk cId="3187520656" sldId="258"/>
            <ac:spMk id="7" creationId="{6961823D-0175-C811-3730-EAAF3BD93872}"/>
          </ac:spMkLst>
        </pc:spChg>
        <pc:spChg chg="add mod">
          <ac:chgData name="JUAN DE DIOS CARRERA ZAZO" userId="4f4f510e-143b-427a-905b-fc7e2c64db82" providerId="ADAL" clId="{70379D30-81EC-4F29-B198-42C8DD51CD9D}" dt="2025-11-04T19:41:27.043" v="192" actId="1076"/>
          <ac:spMkLst>
            <pc:docMk/>
            <pc:sldMk cId="3187520656" sldId="258"/>
            <ac:spMk id="8" creationId="{4119CDDF-EBEE-DB65-AF3A-5FAFED1AF4DE}"/>
          </ac:spMkLst>
        </pc:spChg>
        <pc:spChg chg="add mod">
          <ac:chgData name="JUAN DE DIOS CARRERA ZAZO" userId="4f4f510e-143b-427a-905b-fc7e2c64db82" providerId="ADAL" clId="{70379D30-81EC-4F29-B198-42C8DD51CD9D}" dt="2025-11-04T19:42:59.065" v="227" actId="1076"/>
          <ac:spMkLst>
            <pc:docMk/>
            <pc:sldMk cId="3187520656" sldId="258"/>
            <ac:spMk id="9" creationId="{03A6C088-3343-9FF2-E346-09AE30EF5364}"/>
          </ac:spMkLst>
        </pc:spChg>
        <pc:spChg chg="add mod">
          <ac:chgData name="JUAN DE DIOS CARRERA ZAZO" userId="4f4f510e-143b-427a-905b-fc7e2c64db82" providerId="ADAL" clId="{70379D30-81EC-4F29-B198-42C8DD51CD9D}" dt="2025-11-04T19:37:31.257" v="164" actId="20577"/>
          <ac:spMkLst>
            <pc:docMk/>
            <pc:sldMk cId="3187520656" sldId="258"/>
            <ac:spMk id="13" creationId="{875A241C-21E7-474D-43F3-9EA6D0564CD9}"/>
          </ac:spMkLst>
        </pc:spChg>
        <pc:picChg chg="add mod ord">
          <ac:chgData name="JUAN DE DIOS CARRERA ZAZO" userId="4f4f510e-143b-427a-905b-fc7e2c64db82" providerId="ADAL" clId="{70379D30-81EC-4F29-B198-42C8DD51CD9D}" dt="2025-11-04T19:33:36.396" v="94" actId="1076"/>
          <ac:picMkLst>
            <pc:docMk/>
            <pc:sldMk cId="3187520656" sldId="258"/>
            <ac:picMk id="5" creationId="{D4BDCF27-2CB5-EE17-2E49-0C71A0632EE4}"/>
          </ac:picMkLst>
        </pc:picChg>
        <pc:cxnChg chg="add mod">
          <ac:chgData name="JUAN DE DIOS CARRERA ZAZO" userId="4f4f510e-143b-427a-905b-fc7e2c64db82" providerId="ADAL" clId="{70379D30-81EC-4F29-B198-42C8DD51CD9D}" dt="2025-11-04T19:42:37.371" v="195" actId="14100"/>
          <ac:cxnSpMkLst>
            <pc:docMk/>
            <pc:sldMk cId="3187520656" sldId="258"/>
            <ac:cxnSpMk id="10" creationId="{B960BD9D-2721-9A88-E95C-5D7408C631AC}"/>
          </ac:cxnSpMkLst>
        </pc:cxnChg>
        <pc:cxnChg chg="add mod">
          <ac:chgData name="JUAN DE DIOS CARRERA ZAZO" userId="4f4f510e-143b-427a-905b-fc7e2c64db82" providerId="ADAL" clId="{70379D30-81EC-4F29-B198-42C8DD51CD9D}" dt="2025-11-04T19:36:38.807" v="136" actId="1076"/>
          <ac:cxnSpMkLst>
            <pc:docMk/>
            <pc:sldMk cId="3187520656" sldId="258"/>
            <ac:cxnSpMk id="11" creationId="{EB10D702-E831-2163-888A-105C20362F48}"/>
          </ac:cxnSpMkLst>
        </pc:cxnChg>
        <pc:cxnChg chg="add mod">
          <ac:chgData name="JUAN DE DIOS CARRERA ZAZO" userId="4f4f510e-143b-427a-905b-fc7e2c64db82" providerId="ADAL" clId="{70379D30-81EC-4F29-B198-42C8DD51CD9D}" dt="2025-11-04T19:37:17.088" v="146" actId="1076"/>
          <ac:cxnSpMkLst>
            <pc:docMk/>
            <pc:sldMk cId="3187520656" sldId="258"/>
            <ac:cxnSpMk id="12" creationId="{A4449B3E-258E-CEAC-1FA9-FEB1509FB8D8}"/>
          </ac:cxnSpMkLst>
        </pc:cxnChg>
        <pc:cxnChg chg="add mod">
          <ac:chgData name="JUAN DE DIOS CARRERA ZAZO" userId="4f4f510e-143b-427a-905b-fc7e2c64db82" providerId="ADAL" clId="{70379D30-81EC-4F29-B198-42C8DD51CD9D}" dt="2025-11-04T19:41:35.389" v="193" actId="14100"/>
          <ac:cxnSpMkLst>
            <pc:docMk/>
            <pc:sldMk cId="3187520656" sldId="258"/>
            <ac:cxnSpMk id="14" creationId="{C325DD1E-BCEF-77AB-AB0E-E76AD7E080DC}"/>
          </ac:cxnSpMkLst>
        </pc:cxnChg>
        <pc:cxnChg chg="add mod">
          <ac:chgData name="JUAN DE DIOS CARRERA ZAZO" userId="4f4f510e-143b-427a-905b-fc7e2c64db82" providerId="ADAL" clId="{70379D30-81EC-4F29-B198-42C8DD51CD9D}" dt="2025-11-04T19:40:58.349" v="184" actId="14100"/>
          <ac:cxnSpMkLst>
            <pc:docMk/>
            <pc:sldMk cId="3187520656" sldId="258"/>
            <ac:cxnSpMk id="16" creationId="{44EAA2F4-B3AD-CB81-C961-C07CE7D0827D}"/>
          </ac:cxnSpMkLst>
        </pc:cxnChg>
        <pc:cxnChg chg="add mod">
          <ac:chgData name="JUAN DE DIOS CARRERA ZAZO" userId="4f4f510e-143b-427a-905b-fc7e2c64db82" providerId="ADAL" clId="{70379D30-81EC-4F29-B198-42C8DD51CD9D}" dt="2025-11-04T19:44:26.915" v="234" actId="14100"/>
          <ac:cxnSpMkLst>
            <pc:docMk/>
            <pc:sldMk cId="3187520656" sldId="258"/>
            <ac:cxnSpMk id="22" creationId="{56C134A8-20E8-2B5D-9638-86203B08708A}"/>
          </ac:cxnSpMkLst>
        </pc:cxnChg>
      </pc:sldChg>
      <pc:sldChg chg="addSp delSp modSp new mod">
        <pc:chgData name="JUAN DE DIOS CARRERA ZAZO" userId="4f4f510e-143b-427a-905b-fc7e2c64db82" providerId="ADAL" clId="{70379D30-81EC-4F29-B198-42C8DD51CD9D}" dt="2025-11-04T19:49:53.681" v="256" actId="208"/>
        <pc:sldMkLst>
          <pc:docMk/>
          <pc:sldMk cId="3943557430" sldId="259"/>
        </pc:sldMkLst>
        <pc:spChg chg="mod">
          <ac:chgData name="JUAN DE DIOS CARRERA ZAZO" userId="4f4f510e-143b-427a-905b-fc7e2c64db82" providerId="ADAL" clId="{70379D30-81EC-4F29-B198-42C8DD51CD9D}" dt="2025-11-04T19:48:57.659" v="245" actId="20577"/>
          <ac:spMkLst>
            <pc:docMk/>
            <pc:sldMk cId="3943557430" sldId="259"/>
            <ac:spMk id="2" creationId="{E8005543-09C2-65C8-0D21-718FCC85BD00}"/>
          </ac:spMkLst>
        </pc:spChg>
        <pc:spChg chg="del">
          <ac:chgData name="JUAN DE DIOS CARRERA ZAZO" userId="4f4f510e-143b-427a-905b-fc7e2c64db82" providerId="ADAL" clId="{70379D30-81EC-4F29-B198-42C8DD51CD9D}" dt="2025-11-04T19:48:52.076" v="236" actId="22"/>
          <ac:spMkLst>
            <pc:docMk/>
            <pc:sldMk cId="3943557430" sldId="259"/>
            <ac:spMk id="3" creationId="{1F4939BF-65F1-963F-81D0-09A103D62646}"/>
          </ac:spMkLst>
        </pc:spChg>
        <pc:spChg chg="add mod">
          <ac:chgData name="JUAN DE DIOS CARRERA ZAZO" userId="4f4f510e-143b-427a-905b-fc7e2c64db82" providerId="ADAL" clId="{70379D30-81EC-4F29-B198-42C8DD51CD9D}" dt="2025-11-04T19:49:34.678" v="251" actId="14100"/>
          <ac:spMkLst>
            <pc:docMk/>
            <pc:sldMk cId="3943557430" sldId="259"/>
            <ac:spMk id="6" creationId="{4CD038F4-7042-CCB1-7900-D1183DB99E70}"/>
          </ac:spMkLst>
        </pc:spChg>
        <pc:spChg chg="add mod">
          <ac:chgData name="JUAN DE DIOS CARRERA ZAZO" userId="4f4f510e-143b-427a-905b-fc7e2c64db82" providerId="ADAL" clId="{70379D30-81EC-4F29-B198-42C8DD51CD9D}" dt="2025-11-04T19:49:53.681" v="256" actId="208"/>
          <ac:spMkLst>
            <pc:docMk/>
            <pc:sldMk cId="3943557430" sldId="259"/>
            <ac:spMk id="7" creationId="{D653876C-0720-A19C-079D-BE49B62B7204}"/>
          </ac:spMkLst>
        </pc:spChg>
        <pc:picChg chg="add mod ord">
          <ac:chgData name="JUAN DE DIOS CARRERA ZAZO" userId="4f4f510e-143b-427a-905b-fc7e2c64db82" providerId="ADAL" clId="{70379D30-81EC-4F29-B198-42C8DD51CD9D}" dt="2025-11-04T19:48:52.076" v="236" actId="22"/>
          <ac:picMkLst>
            <pc:docMk/>
            <pc:sldMk cId="3943557430" sldId="259"/>
            <ac:picMk id="5" creationId="{2C750C9E-70C1-00D8-C97D-1E61793C5DD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29A28-98C2-FE9C-3406-D1E8E7B3F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845778-FDA8-B5EE-801A-B556B0F94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97CC74-5D62-D43E-6960-9C24C687A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D5780-3570-4B18-BD3A-F9406377E51E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FF9EAF-F2E8-135C-350E-FB3773599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4CC6BC-BCFB-9C0D-771E-B6C2E8346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199B7-05F1-4185-9A57-DECB36E27F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4109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8E83E-FE45-D80F-C879-4769F99B6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D012E9-8119-9B9C-C617-D96C62C58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2215C8-6B6C-1E27-E781-EB67C62D3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D5780-3570-4B18-BD3A-F9406377E51E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821874-0234-2790-98C5-7D5C4BE9D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9D4D2C-4DA0-3A94-5CDF-938352FEF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199B7-05F1-4185-9A57-DECB36E27F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6637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9F73FF-570A-07F9-8896-ABE1AB494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CEC28F-710F-2060-DB2A-2D001A5A6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98EEAF-43DA-C714-333F-52A8869A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D5780-3570-4B18-BD3A-F9406377E51E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F73BC4-ECA6-7ED1-6F03-B2D7E7D1C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7EE171-E509-46A6-66CD-79C164E04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199B7-05F1-4185-9A57-DECB36E27F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293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5E59DD-6E3C-0A43-2CA7-51AE876A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81C8A0-87F3-3AB6-6607-3EE5386E7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3A9AEA0-A457-2B0D-95B3-696DF2E47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9BD2116-EDEF-A58E-C124-6EEA98DB9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D5780-3570-4B18-BD3A-F9406377E51E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C7E49C-59C1-023E-4C32-8AF5BE851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8920E8-5174-3E88-F8A1-6D4911634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199B7-05F1-4185-9A57-DECB36E27F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5482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8CB80-37EA-A1ED-5C83-499B4398A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AAC400-31F3-71EE-51AE-3089E45AC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E797AB-DCAF-ACE8-DD77-52FC30D897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9ADFAD2-FB85-14D7-4C49-519DBCF30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A3428DA-FD49-094F-04C0-8B408E8BA5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6F5FA58-6BE3-D8CD-58D4-9062E857A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D5780-3570-4B18-BD3A-F9406377E51E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46804EB-F064-EEF1-A543-7846E1865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C7CF1D4-9FA2-3DDF-54B4-1690953F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199B7-05F1-4185-9A57-DECB36E27F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8862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06887E-E708-2853-9EE8-301757BF5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7F3F2FA-3D66-9D86-C708-EB54F76BA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D5780-3570-4B18-BD3A-F9406377E51E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E55437F-5186-E6F3-6EEC-A09C16AE1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CA624B8-174D-74C5-6B1B-CF6E1EDAF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199B7-05F1-4185-9A57-DECB36E27F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1457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0C37C1-CCF2-7B3C-829B-8D0A9C042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D5780-3570-4B18-BD3A-F9406377E51E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2418032-740C-ACAF-6CEA-DCF796440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F89ED1-06E0-5F43-CC09-DED45FF6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199B7-05F1-4185-9A57-DECB36E27F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6551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44DB9D-671B-B01E-64B4-DDCCAE25A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ADA522-73A4-954F-5554-BE40F0BC0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F97AA9-4D55-0E10-CBF4-5AB4D3D58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FC26DC-BB64-E484-C282-3C9B2C260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D5780-3570-4B18-BD3A-F9406377E51E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699E3C-3C72-5A1F-3E26-F9617052D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F766603-9492-9B7B-39D0-F6BCCAF7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199B7-05F1-4185-9A57-DECB36E27F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9109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231518-C594-9F2E-7B14-8A69348A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2A09E29-D4DC-A5C0-AF04-D021922C46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D21C9ED-6D33-168A-217B-7CA5C1F15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429FEA-2561-3711-973B-3CF6D2F93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D5780-3570-4B18-BD3A-F9406377E51E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9141E7A-288A-A234-030F-9E95EAD17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1DCB8E-6807-9F9C-9622-4561C198E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199B7-05F1-4185-9A57-DECB36E27F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3121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44ABD7-F071-10AB-4B01-CA333CAD6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22B34FE-A42B-FEE7-92C9-4068A2F58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D34131-014D-8CD5-B8B7-E073A59B0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D5780-3570-4B18-BD3A-F9406377E51E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6A6E64-BF3F-6870-014E-0EB9966F8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D08D60-1A2B-026C-A002-A8FD6764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199B7-05F1-4185-9A57-DECB36E27F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4030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9E51A3-2A18-C333-BFEF-92DF918D02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73347F-F0B4-0C03-2A9C-51A7282151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91BEC03-0E3A-2B3F-2A6C-703891328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D5780-3570-4B18-BD3A-F9406377E51E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4E8A931-0265-4814-A474-A9AECC304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CF2CDA-A83A-54FC-2FFD-0701BA465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199B7-05F1-4185-9A57-DECB36E27F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0418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B5741EF-5D76-41A0-D2D5-E85492A4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E48091-2685-1763-751F-A6689721A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BF9259-E2B4-BB20-5F20-E1566AF3B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6D5780-3570-4B18-BD3A-F9406377E51E}" type="datetimeFigureOut">
              <a:rPr lang="es-ES" smtClean="0"/>
              <a:t>04/11/2025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217E9B-7562-EB97-E9E9-D45FF858DF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C7376C-865A-3F25-1BEF-ECBB783ED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199B7-05F1-4185-9A57-DECB36E27FA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7545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8683461-D72C-5D4B-374C-002447339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Puntos de desarrollo/Iteraciones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89C1BE3-4D81-F9DA-91D7-BBB89A6D8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Página Pacientes</a:t>
            </a:r>
          </a:p>
          <a:p>
            <a:r>
              <a:rPr lang="es-ES" dirty="0"/>
              <a:t>Rutinas</a:t>
            </a:r>
          </a:p>
          <a:p>
            <a:r>
              <a:rPr lang="es-ES" dirty="0"/>
              <a:t>Charts</a:t>
            </a:r>
          </a:p>
          <a:p>
            <a:r>
              <a:rPr lang="es-ES" dirty="0"/>
              <a:t>Notificaciones/avisos</a:t>
            </a:r>
          </a:p>
          <a:p>
            <a:r>
              <a:rPr lang="es-ES" dirty="0"/>
              <a:t>Refinamiento Diseño web</a:t>
            </a:r>
          </a:p>
          <a:p>
            <a:r>
              <a:rPr lang="es-ES" dirty="0"/>
              <a:t>Comprobaciones/</a:t>
            </a:r>
            <a:r>
              <a:rPr lang="es-ES" dirty="0" err="1"/>
              <a:t>testing</a:t>
            </a: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371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2C108-5F87-785B-DC29-3D8A2A33F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Backend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CE2401E-2C77-5023-6016-D365B28E03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4194947" cy="4351338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613510C-D11D-59D5-88D2-4082F200FF9F}"/>
              </a:ext>
            </a:extLst>
          </p:cNvPr>
          <p:cNvSpPr/>
          <p:nvPr/>
        </p:nvSpPr>
        <p:spPr>
          <a:xfrm>
            <a:off x="1025453" y="3179739"/>
            <a:ext cx="3820439" cy="1655307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694792A-487A-385C-9ED4-840512BADB27}"/>
              </a:ext>
            </a:extLst>
          </p:cNvPr>
          <p:cNvCxnSpPr>
            <a:cxnSpLocks/>
          </p:cNvCxnSpPr>
          <p:nvPr/>
        </p:nvCxnSpPr>
        <p:spPr>
          <a:xfrm flipV="1">
            <a:off x="1891430" y="2827658"/>
            <a:ext cx="4484318" cy="1252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EA712096-B2C9-AE51-2368-F57BF2B75FE0}"/>
              </a:ext>
            </a:extLst>
          </p:cNvPr>
          <p:cNvCxnSpPr/>
          <p:nvPr/>
        </p:nvCxnSpPr>
        <p:spPr>
          <a:xfrm>
            <a:off x="4409162" y="3935261"/>
            <a:ext cx="1966586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F0578ED-397C-7385-8027-81AA78F2CEDB}"/>
              </a:ext>
            </a:extLst>
          </p:cNvPr>
          <p:cNvSpPr txBox="1"/>
          <p:nvPr/>
        </p:nvSpPr>
        <p:spPr>
          <a:xfrm>
            <a:off x="6551113" y="2655518"/>
            <a:ext cx="2329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Tokens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A8A82B3-9F94-2765-EDAA-30DC36A4DB90}"/>
              </a:ext>
            </a:extLst>
          </p:cNvPr>
          <p:cNvSpPr txBox="1"/>
          <p:nvPr/>
        </p:nvSpPr>
        <p:spPr>
          <a:xfrm>
            <a:off x="6551112" y="3681691"/>
            <a:ext cx="2329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Diferentes modelos</a:t>
            </a:r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ED3E1F6-7C19-FFF0-D879-F3A3934D018F}"/>
              </a:ext>
            </a:extLst>
          </p:cNvPr>
          <p:cNvCxnSpPr/>
          <p:nvPr/>
        </p:nvCxnSpPr>
        <p:spPr>
          <a:xfrm>
            <a:off x="4371356" y="4951957"/>
            <a:ext cx="1966586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680DC26E-CB2D-BEE1-1113-62CD98C3B958}"/>
              </a:ext>
            </a:extLst>
          </p:cNvPr>
          <p:cNvCxnSpPr/>
          <p:nvPr/>
        </p:nvCxnSpPr>
        <p:spPr>
          <a:xfrm>
            <a:off x="4371356" y="5242144"/>
            <a:ext cx="1966586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DDC8BBB3-0553-7CC3-261C-3B843C8EDF71}"/>
              </a:ext>
            </a:extLst>
          </p:cNvPr>
          <p:cNvSpPr txBox="1"/>
          <p:nvPr/>
        </p:nvSpPr>
        <p:spPr>
          <a:xfrm>
            <a:off x="6551112" y="4707864"/>
            <a:ext cx="2329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Prueba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3FB6979-6583-3660-5D2B-C76FB8F05206}"/>
              </a:ext>
            </a:extLst>
          </p:cNvPr>
          <p:cNvSpPr txBox="1"/>
          <p:nvPr/>
        </p:nvSpPr>
        <p:spPr>
          <a:xfrm>
            <a:off x="6551112" y="5057478"/>
            <a:ext cx="2329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Núcleo </a:t>
            </a:r>
            <a:r>
              <a:rPr lang="es-ES" dirty="0" err="1"/>
              <a:t>backend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73106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501B5-8104-C08D-8F8D-C4B0F0928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Frontend</a:t>
            </a:r>
            <a:endParaRPr lang="es-ES" dirty="0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4BDCF27-2CB5-EE17-2E49-0C71A0632E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2911896" cy="435133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74E1911-CAA2-7855-C14D-35E4CFE34F92}"/>
              </a:ext>
            </a:extLst>
          </p:cNvPr>
          <p:cNvSpPr txBox="1"/>
          <p:nvPr/>
        </p:nvSpPr>
        <p:spPr>
          <a:xfrm>
            <a:off x="6249241" y="2475419"/>
            <a:ext cx="439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Diferentes componentes reutilizables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961823D-0175-C811-3730-EAAF3BD93872}"/>
              </a:ext>
            </a:extLst>
          </p:cNvPr>
          <p:cNvSpPr txBox="1"/>
          <p:nvPr/>
        </p:nvSpPr>
        <p:spPr>
          <a:xfrm>
            <a:off x="6523131" y="2988597"/>
            <a:ext cx="1059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Idiomas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119CDDF-EBEE-DB65-AF3A-5FAFED1AF4DE}"/>
              </a:ext>
            </a:extLst>
          </p:cNvPr>
          <p:cNvSpPr txBox="1"/>
          <p:nvPr/>
        </p:nvSpPr>
        <p:spPr>
          <a:xfrm>
            <a:off x="6523130" y="2737951"/>
            <a:ext cx="40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Autenticación global del usuario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3A6C088-3343-9FF2-E346-09AE30EF5364}"/>
              </a:ext>
            </a:extLst>
          </p:cNvPr>
          <p:cNvSpPr txBox="1"/>
          <p:nvPr/>
        </p:nvSpPr>
        <p:spPr>
          <a:xfrm>
            <a:off x="6625632" y="3491009"/>
            <a:ext cx="363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Diferentes páginas de la web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B960BD9D-2721-9A88-E95C-5D7408C631AC}"/>
              </a:ext>
            </a:extLst>
          </p:cNvPr>
          <p:cNvCxnSpPr>
            <a:cxnSpLocks/>
          </p:cNvCxnSpPr>
          <p:nvPr/>
        </p:nvCxnSpPr>
        <p:spPr>
          <a:xfrm>
            <a:off x="1666600" y="3316070"/>
            <a:ext cx="4856530" cy="349879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EB10D702-E831-2163-888A-105C20362F48}"/>
              </a:ext>
            </a:extLst>
          </p:cNvPr>
          <p:cNvCxnSpPr>
            <a:cxnSpLocks/>
          </p:cNvCxnSpPr>
          <p:nvPr/>
        </p:nvCxnSpPr>
        <p:spPr>
          <a:xfrm flipV="1">
            <a:off x="1968471" y="3179526"/>
            <a:ext cx="4484318" cy="1252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A4449B3E-258E-CEAC-1FA9-FEB1509FB8D8}"/>
              </a:ext>
            </a:extLst>
          </p:cNvPr>
          <p:cNvCxnSpPr>
            <a:cxnSpLocks/>
          </p:cNvCxnSpPr>
          <p:nvPr/>
        </p:nvCxnSpPr>
        <p:spPr>
          <a:xfrm flipV="1">
            <a:off x="1507937" y="2416318"/>
            <a:ext cx="4484318" cy="1252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75A241C-21E7-474D-43F3-9EA6D0564CD9}"/>
              </a:ext>
            </a:extLst>
          </p:cNvPr>
          <p:cNvSpPr txBox="1"/>
          <p:nvPr/>
        </p:nvSpPr>
        <p:spPr>
          <a:xfrm>
            <a:off x="6096000" y="2158108"/>
            <a:ext cx="4396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Conexión </a:t>
            </a:r>
            <a:r>
              <a:rPr lang="es-ES" dirty="0" err="1"/>
              <a:t>Backend</a:t>
            </a:r>
            <a:endParaRPr lang="es-ES" dirty="0"/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C325DD1E-BCEF-77AB-AB0E-E76AD7E080DC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968471" y="2922617"/>
            <a:ext cx="4554659" cy="78506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ector: angular 15">
            <a:extLst>
              <a:ext uri="{FF2B5EF4-FFF2-40B4-BE49-F238E27FC236}">
                <a16:creationId xmlns:a16="http://schemas.microsoft.com/office/drawing/2014/main" id="{44EAA2F4-B3AD-CB81-C961-C07CE7D0827D}"/>
              </a:ext>
            </a:extLst>
          </p:cNvPr>
          <p:cNvCxnSpPr>
            <a:cxnSpLocks/>
          </p:cNvCxnSpPr>
          <p:nvPr/>
        </p:nvCxnSpPr>
        <p:spPr>
          <a:xfrm flipV="1">
            <a:off x="1816274" y="2652189"/>
            <a:ext cx="4432967" cy="1253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: angular 21">
            <a:extLst>
              <a:ext uri="{FF2B5EF4-FFF2-40B4-BE49-F238E27FC236}">
                <a16:creationId xmlns:a16="http://schemas.microsoft.com/office/drawing/2014/main" id="{56C134A8-20E8-2B5D-9638-86203B08708A}"/>
              </a:ext>
            </a:extLst>
          </p:cNvPr>
          <p:cNvCxnSpPr>
            <a:cxnSpLocks/>
            <a:endCxn id="7" idx="3"/>
          </p:cNvCxnSpPr>
          <p:nvPr/>
        </p:nvCxnSpPr>
        <p:spPr>
          <a:xfrm flipV="1">
            <a:off x="1507937" y="3173263"/>
            <a:ext cx="6075124" cy="847592"/>
          </a:xfrm>
          <a:prstGeom prst="bentConnector3">
            <a:avLst>
              <a:gd name="adj1" fmla="val 1365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7520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05543-09C2-65C8-0D21-718FCC85B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Pacientes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2C750C9E-70C1-00D8-C97D-1E61793C5D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9926" y="1825625"/>
            <a:ext cx="9592147" cy="435133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4CD038F4-7042-CCB1-7900-D1183DB99E70}"/>
              </a:ext>
            </a:extLst>
          </p:cNvPr>
          <p:cNvSpPr/>
          <p:nvPr/>
        </p:nvSpPr>
        <p:spPr>
          <a:xfrm>
            <a:off x="2968668" y="3106455"/>
            <a:ext cx="2755727" cy="2968668"/>
          </a:xfrm>
          <a:prstGeom prst="rect">
            <a:avLst/>
          </a:prstGeom>
          <a:noFill/>
          <a:ln w="762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653876C-0720-A19C-079D-BE49B62B7204}"/>
              </a:ext>
            </a:extLst>
          </p:cNvPr>
          <p:cNvSpPr/>
          <p:nvPr/>
        </p:nvSpPr>
        <p:spPr>
          <a:xfrm>
            <a:off x="5724395" y="3106455"/>
            <a:ext cx="4960306" cy="2968668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35574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42</Words>
  <Application>Microsoft Office PowerPoint</Application>
  <PresentationFormat>Panorámica</PresentationFormat>
  <Paragraphs>19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de Office</vt:lpstr>
      <vt:lpstr>Puntos de desarrollo/Iteraciones</vt:lpstr>
      <vt:lpstr>Backend</vt:lpstr>
      <vt:lpstr>Frontend</vt:lpstr>
      <vt:lpstr>Pacientes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DE DIOS CARRERA ZAZO</dc:creator>
  <cp:lastModifiedBy>JUAN DE DIOS CARRERA ZAZO</cp:lastModifiedBy>
  <cp:revision>1</cp:revision>
  <dcterms:created xsi:type="dcterms:W3CDTF">2025-11-04T18:38:06Z</dcterms:created>
  <dcterms:modified xsi:type="dcterms:W3CDTF">2025-11-04T19:49:54Z</dcterms:modified>
</cp:coreProperties>
</file>